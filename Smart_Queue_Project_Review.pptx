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374" r:id="rId5"/>
    <p:sldId id="372" r:id="rId6"/>
    <p:sldId id="373" r:id="rId7"/>
    <p:sldId id="3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themeOverride" Target="../theme/themeOverride1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2.xml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3.xml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4.xml"/><Relationship Id="rId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5.xml"/><Relationship Id="rId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DOMAIN:</a:t>
            </a:r>
            <a:r>
              <a:rPr lang="en-I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Full-Stack Web Development (Node.js + Express + SQLite)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TITLE: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Smart Queue — College Office Token System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SUBMISSION:</a:t>
            </a:r>
            <a:r>
              <a:rPr lang="en-I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Project Review — 2026</a:t>
            </a:r>
            <a:endParaRPr lang="en-IN" altLang="en-US" sz="2000" b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7398328" y="5228206"/>
            <a:ext cx="4479639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Tufail Ahmed B</a:t>
            </a:r>
            <a:endParaRPr lang="en-I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2116241901119</a:t>
            </a:r>
            <a:endParaRPr lang="en-I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38960"/>
            <a:ext cx="10668000" cy="4180840"/>
          </a:xfrm>
        </p:spPr>
        <p:txBody>
          <a:bodyPr/>
          <a:lstStyle/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Queue is a full-stack web application built on Node.js, Express and SQLite that replaces physical waiting lines at the college office with digital tokens, a live queue display and a secure staff console.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slips, crowded counters and names called aloud leave students with no view of their turn, make tracking error-prone and expose personal details in public.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generate sequential tokens (A001, A002, …) for 8 office services and follow the queue live, while staff run the service flow from a separate, authenticated portal.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Design: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public queue API never returns student names, register numbers or notes; a personal token lookup needs both the token number and the matching register number.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Cost: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self-contained — an embedded SQLite file is created automatically on first run. No paid cloud services, external APIs or separate database server; starts with npm install and npm start on port 3000.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bcrypt-hashed staff passwords, HTTP-only SameSite-strict session cookies (2-hour expiry), server-side role checks on every /api/admin route, parameterized SQL and strict input validation.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Queue delivers a transparent, orderly and privacy-preserving token workflow for college offices — from token issue to service completion.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89536"/>
            <a:ext cx="10668000" cy="1216025"/>
          </a:xfrm>
        </p:spPr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office services depend on crowded physical lines, paper slips and verbal calling — causing long uncertain waits, disputed turns and public exposure of student details.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Defect: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Students stand in line with no idea of their turn or the expected waiting time.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Paper slips and memory-based tracking lead to lost, skipped or disputed turns.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Calling names and details aloud exposes personal data to everyone nearby.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Staff have no single record of tokens issued, served or skipped each day.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Issue sequential digital tokens for 8 services and block a second active token per register number.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 the current token, waiting count, last token and estimated wait, auto-refreshed every 5 seconds.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Give staff protected controls: call next, complete, skip and recall, with searchable private records.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Keep student details off public screens, enforce server-side role-based access and log every queue action.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152400"/>
            <a:ext cx="10668000" cy="868680"/>
          </a:xfrm>
        </p:spPr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763395"/>
            <a:ext cx="10668000" cy="4267200"/>
          </a:xfrm>
        </p:spPr>
        <p:txBody>
          <a:bodyPr/>
          <a:lstStyle/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HTML5, CSS3 and vanilla JavaScript — separate student and staff pages, responsive layout, live updates via Fetch API every 5 s.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with Express 4.21 — REST JSON API with 15 endpoints, express-session for staff sessions, bcryptjs for password hashing.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SQLite3 — 4 tables (tokens, services, staff_users, activity_logs), CHECK-constrained status, indexed lookups, auto-created at startup.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queries, input sanitizing with length limits, 20 KB JSON body cap, security headers, serialized queue updates via a mutation lock.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Workflow: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Student enters name, register number, department, service and an optional note on the portal.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Server validates format, length, active service and duplicates, then assigns the next number inside the queue lock.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Token such as A007 is issued as ‘waiting’; the public queue shows position and estimated wait (position × 5 min).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Staff sign in at /admin and press Call Next — the token becomes ‘serving’ and the previous one is completed.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Staff complete, skip or recall tokens; every action is recorded in the activity log.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Student watches the live display or looks up the token with token number + register number.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(Pillar 1):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bcrypt-hashed passwords, HTTP-only SameSite-strict cookies, session regeneration on login and parameterized SQL; staff routes return HTTP 401 without a valid session, so hiding buttons is never the security boundary.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Engine (Pillar 2):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 BEGIN IMMEDIATE updates behind a mutation lock keep numbering sequential and consistent; four statuses and a one-active-token-per-student rule prevent duplicates.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 Console (Pillar 3):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requireStaff route guard, live dashboard (waiting, completed today, skipped today, issued today, last token), search by token/name/register number, service and status filters, and a reset that needs typing RESET.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 Manual Queues: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status vs. standing in line; hidden personal data vs. names called aloud; one auditable record vs. scattered paper slips; estimated wait vs. guesswork; zero infrastructure cost.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 Claims: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Complete end-to-end flow: token issue, live queue, token lookup, staff sign-in, call/complete/skip/recall and activity logging.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Self-hosted on port 3000 — no third-party API keys, subscriptions or external database server.</a:t>
            </a: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npm test checks server.js, app.js and admin.js; a 12-step testing checklist covers all user and staff flows.</a:t>
            </a: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Scope: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in-memory sessions and a fixed 5-minute estimate; next: persistent sessions, CSRF protection, rate limiting, HTTPS, SMS/e-mail alerts.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3200" b="1" dirty="0"/>
          </a:p>
        </p:txBody>
      </p:sp>
      <p:sp>
        <p:nvSpPr>
          <p:cNvPr id="20" name="DemoInfo"/>
          <p:cNvSpPr txBox="1"/>
          <p:nvPr/>
        </p:nvSpPr>
        <p:spPr bwMode="auto">
          <a:xfrm>
            <a:off x="1209675" y="1774825"/>
            <a:ext cx="9772650" cy="42799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wrap="square">
            <a:noAutofit/>
          </a:bodyPr>
          <a:lstStyle/>
          <a:p>
            <a:pPr algn="ctr">
              <a:spcBef>
                <a:spcPct val="80000"/>
              </a:spcBef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Queue — College Office Token System</a:t>
            </a:r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— 2026</a:t>
            </a:r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spcBef>
                <a:spcPct val="80000"/>
              </a:spcBef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DETAILS</a:t>
            </a:r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Portal: http://localhost:3000/</a:t>
            </a:r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 Portal: http://localhost:3000/admin</a:t>
            </a:r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 Login (demo only): admin / Admin@12345</a:t>
            </a:r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Stack: Node.js | Express | SQLite | bcrypt | REST API | Zero API Cost</a:t>
            </a:r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Tufail Ahmed B (Reg No: 2116241901119)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4812</Words>
  <Application>WPS Presentation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Verdana</vt:lpstr>
      <vt:lpstr>Times New Roman</vt:lpstr>
      <vt:lpstr>Microsoft YaHei</vt:lpstr>
      <vt:lpstr>Arial Unicode MS</vt:lpstr>
      <vt:lpstr>Calibri</vt:lpstr>
      <vt:lpstr>Profile</vt:lpstr>
      <vt:lpstr>PowerPoint 演示文稿</vt:lpstr>
      <vt:lpstr>ABOUT THE PROJECT</vt:lpstr>
      <vt:lpstr>PROBLEM STATEMENT / OBJECTIVE</vt:lpstr>
      <vt:lpstr>TOOLS, TECHNOLOGIES AND IMPLEMENTATION</vt:lpstr>
      <vt:lpstr>PROJECT OUTCOME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jdyt1</cp:lastModifiedBy>
  <cp:revision>47</cp:revision>
  <dcterms:created xsi:type="dcterms:W3CDTF">2023-08-03T04:32:00Z</dcterms:created>
  <dcterms:modified xsi:type="dcterms:W3CDTF">2026-10-17T03:32:08Z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B6D7B41FB5244480B2D8C106DA79FB21_13</vt:lpwstr>
  </property>
</Properties>
</file>